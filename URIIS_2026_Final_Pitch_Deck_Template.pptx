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17"/>
  </p:normalViewPr>
  <p:slideViewPr>
    <p:cSldViewPr snapToGrid="0" snapToObjects="1">
      <p:cViewPr varScale="1">
        <p:scale>
          <a:sx n="95" d="100"/>
          <a:sy n="95" d="100"/>
        </p:scale>
        <p:origin x="106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41293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BEF0"/>
                </a:solidFill>
                <a:latin typeface="Arial"/>
              </a:defRPr>
            </a:pPr>
            <a:r>
              <a:rPr lang="en-US" sz="2800" dirty="0"/>
              <a:t>PITCH DECK TEMPLATE FOR </a:t>
            </a:r>
            <a:br>
              <a:rPr lang="en-US" sz="2800" dirty="0"/>
            </a:br>
            <a:br>
              <a:rPr lang="en-US" sz="3600" dirty="0"/>
            </a:br>
            <a:r>
              <a:rPr sz="3600" dirty="0"/>
              <a:t>URIIS STUDENT BIZ INNOV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12691"/>
            <a:ext cx="71769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1AE32"/>
                </a:solidFill>
                <a:latin typeface="Arial"/>
              </a:defRPr>
            </a:pPr>
            <a:r>
              <a:rPr sz="2800" dirty="0"/>
              <a:t>6 Minutes Presentation  |  4 Minutes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52160"/>
            <a:ext cx="64475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BEC8D2"/>
                </a:solidFill>
                <a:latin typeface="Arial"/>
              </a:defRPr>
            </a:pPr>
            <a:r>
              <a:rPr sz="1400" b="1" dirty="0">
                <a:solidFill>
                  <a:sysClr val="windowText" lastClr="000000"/>
                </a:solidFill>
              </a:rPr>
              <a:t>Replace all instructional text with your team's content before submission.</a:t>
            </a:r>
          </a:p>
        </p:txBody>
      </p:sp>
      <p:pic>
        <p:nvPicPr>
          <p:cNvPr id="10" name="Picture 9" descr="A logo for a university research and innovation summit&#10;&#10;Description automatically generated">
            <a:extLst>
              <a:ext uri="{FF2B5EF4-FFF2-40B4-BE49-F238E27FC236}">
                <a16:creationId xmlns:a16="http://schemas.microsoft.com/office/drawing/2014/main" id="{DC6E408E-0ABD-5886-937A-81E121C60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375" y="0"/>
            <a:ext cx="1671320" cy="1671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Presentation Format &amp; Judging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303520" cy="43434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5051255" cy="269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sz="1600" dirty="0"/>
              <a:t>Pitch Format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6 minutes presentation followed by 4 minutes Q&amp;A.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Use the 7-slide structure in this template.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Keep slides visual and concise. Avoid long </a:t>
            </a:r>
            <a:endParaRPr lang="en-US" sz="1600" dirty="0"/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lang="en-MY" sz="1600" dirty="0"/>
              <a:t>  </a:t>
            </a:r>
            <a:r>
              <a:rPr sz="1600" dirty="0"/>
              <a:t>paragraphs.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Use evidence, numbers, user feedback or </a:t>
            </a:r>
            <a:endParaRPr lang="en-US" sz="1600" dirty="0"/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lang="en-MY" sz="1600" dirty="0"/>
              <a:t>  </a:t>
            </a:r>
            <a:r>
              <a:rPr sz="1600" dirty="0"/>
              <a:t>validation where available.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All core content must fit within the presentation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85232" cy="43434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3257623" cy="1682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sz="1600"/>
              <a:t>Judging Criteria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Innovation – 30%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Feasibility – 25%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Social / Economic Impact – 25%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Pitch Quality / Execution – 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rPr dirty="0"/>
              <a:t>URIIS Student Biz </a:t>
            </a:r>
            <a:r>
              <a:rPr dirty="0" err="1"/>
              <a:t>Innov</a:t>
            </a:r>
            <a:r>
              <a:rPr dirty="0"/>
              <a:t> Challenge 2026 | Final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2881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t>2</a:t>
            </a:r>
          </a:p>
        </p:txBody>
      </p:sp>
      <p:pic>
        <p:nvPicPr>
          <p:cNvPr id="12" name="Picture 11" descr="A logo for a university research and innovation summit&#10;&#10;Description automatically generated">
            <a:extLst>
              <a:ext uri="{FF2B5EF4-FFF2-40B4-BE49-F238E27FC236}">
                <a16:creationId xmlns:a16="http://schemas.microsoft.com/office/drawing/2014/main" id="{C6EA628B-0CF5-E9ED-0B6F-186978BB4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03" y="0"/>
            <a:ext cx="850392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312135-AC2D-933B-03B3-DF017E8E3D9F}"/>
              </a:ext>
            </a:extLst>
          </p:cNvPr>
          <p:cNvSpPr txBox="1"/>
          <p:nvPr/>
        </p:nvSpPr>
        <p:spPr>
          <a:xfrm>
            <a:off x="685800" y="411480"/>
            <a:ext cx="13703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lang="en-US" sz="1400" dirty="0"/>
              <a:t>COVER PAGE</a:t>
            </a:r>
            <a:endParaRPr sz="14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890EB01-9BCB-63D1-46C7-9E697F59144C}"/>
              </a:ext>
            </a:extLst>
          </p:cNvPr>
          <p:cNvSpPr/>
          <p:nvPr/>
        </p:nvSpPr>
        <p:spPr>
          <a:xfrm>
            <a:off x="685800" y="1508760"/>
            <a:ext cx="10317480" cy="43434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7D1B4E-34FC-EB89-8284-B88582646053}"/>
              </a:ext>
            </a:extLst>
          </p:cNvPr>
          <p:cNvSpPr txBox="1"/>
          <p:nvPr/>
        </p:nvSpPr>
        <p:spPr>
          <a:xfrm>
            <a:off x="914400" y="1771918"/>
            <a:ext cx="93268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Project / Idea Title</a:t>
            </a:r>
            <a:b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The name of their proposed solution or idea.</a:t>
            </a: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University / Institution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Team Members' Names</a:t>
            </a:r>
            <a:b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Names only. No need for bios or photos on the first slide.</a:t>
            </a: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One-Line Idea Statement</a:t>
            </a:r>
            <a:b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One sentence explaining what the idea does.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6F58A-FB7F-BE9A-8B7B-298BAF5ABD63}"/>
              </a:ext>
            </a:extLst>
          </p:cNvPr>
          <p:cNvSpPr txBox="1"/>
          <p:nvPr/>
        </p:nvSpPr>
        <p:spPr>
          <a:xfrm>
            <a:off x="914400" y="4023359"/>
            <a:ext cx="10088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/>
              <a:t>For example:</a:t>
            </a:r>
          </a:p>
          <a:p>
            <a:r>
              <a:rPr lang="en-MY" sz="1200" dirty="0"/>
              <a:t>Project: </a:t>
            </a:r>
            <a:r>
              <a:rPr lang="en-MY" sz="1200" dirty="0" err="1"/>
              <a:t>SmartSave</a:t>
            </a:r>
            <a:br>
              <a:rPr lang="en-MY" sz="1200" dirty="0"/>
            </a:br>
            <a:r>
              <a:rPr lang="en-MY" sz="1200" dirty="0"/>
              <a:t>Team: </a:t>
            </a:r>
            <a:r>
              <a:rPr lang="en-MY" sz="1200" dirty="0" err="1"/>
              <a:t>EcoNova</a:t>
            </a:r>
            <a:br>
              <a:rPr lang="en-MY" sz="1200" dirty="0"/>
            </a:br>
            <a:r>
              <a:rPr lang="en-MY" sz="1200" dirty="0"/>
              <a:t>University: </a:t>
            </a:r>
            <a:r>
              <a:rPr lang="en-MY" sz="1200" dirty="0" err="1"/>
              <a:t>Universiti</a:t>
            </a:r>
            <a:r>
              <a:rPr lang="en-MY" sz="1200" dirty="0"/>
              <a:t> Putra Malaysia</a:t>
            </a:r>
            <a:br>
              <a:rPr lang="en-MY" sz="1200" dirty="0"/>
            </a:br>
            <a:r>
              <a:rPr lang="en-MY" sz="1200" dirty="0"/>
              <a:t>Team Members: Aisha | Kumar | Daniel</a:t>
            </a:r>
          </a:p>
          <a:p>
            <a:r>
              <a:rPr lang="en-MY" sz="1200" dirty="0"/>
              <a:t>“An AI-powered platform that helps university cafeterias reduce food waste by predicting daily demand.”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1B68D6-4762-79E5-D21E-6339C052D883}"/>
              </a:ext>
            </a:extLst>
          </p:cNvPr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FCA2F3-9B76-2A04-A6EE-38E67CB806A6}"/>
              </a:ext>
            </a:extLst>
          </p:cNvPr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5748A0-F35B-042F-BFC0-45843A657D27}"/>
              </a:ext>
            </a:extLst>
          </p:cNvPr>
          <p:cNvSpPr txBox="1"/>
          <p:nvPr/>
        </p:nvSpPr>
        <p:spPr>
          <a:xfrm>
            <a:off x="10972800" y="652881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0D81B0A-B0BE-863F-ADD8-C57463C91EDC}"/>
              </a:ext>
            </a:extLst>
          </p:cNvPr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3D1251-DCE8-2945-851B-C0D65050E71A}"/>
              </a:ext>
            </a:extLst>
          </p:cNvPr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20 sec</a:t>
            </a:r>
          </a:p>
        </p:txBody>
      </p:sp>
      <p:pic>
        <p:nvPicPr>
          <p:cNvPr id="14" name="Picture 13" descr="A logo for a university research and innovation summit&#10;&#10;Description automatically generated">
            <a:extLst>
              <a:ext uri="{FF2B5EF4-FFF2-40B4-BE49-F238E27FC236}">
                <a16:creationId xmlns:a16="http://schemas.microsoft.com/office/drawing/2014/main" id="{802895CE-1EF4-3078-E7AC-4FEDBAE07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03" y="0"/>
            <a:ext cx="850392" cy="85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79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5119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OPEN STRONG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1. The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902304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Project / solution name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Team name and university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Presenter name(s)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One sentence: What is your idea and who is it for?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20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625" y="6528816"/>
            <a:ext cx="2423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4</a:t>
            </a:r>
            <a:endParaRPr dirty="0"/>
          </a:p>
        </p:txBody>
      </p:sp>
      <p:pic>
        <p:nvPicPr>
          <p:cNvPr id="14" name="Picture 13" descr="A logo for a university research and innovation summit&#10;&#10;Description automatically generated">
            <a:extLst>
              <a:ext uri="{FF2B5EF4-FFF2-40B4-BE49-F238E27FC236}">
                <a16:creationId xmlns:a16="http://schemas.microsoft.com/office/drawing/2014/main" id="{879A5D42-C5D6-93B9-4737-372176B31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03" y="0"/>
            <a:ext cx="850392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9634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2. 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6628738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specific problem are you solving?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Who experiences this problem?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How significant is the problem? Use evidence or data where possible.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Why is it important to solve now?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50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625" y="6528816"/>
            <a:ext cx="2423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5</a:t>
            </a:r>
            <a:endParaRPr dirty="0"/>
          </a:p>
        </p:txBody>
      </p:sp>
      <p:pic>
        <p:nvPicPr>
          <p:cNvPr id="14" name="Picture 13" descr="A logo for a university research and innovation summit&#10;&#10;Description automatically generated">
            <a:extLst>
              <a:ext uri="{FF2B5EF4-FFF2-40B4-BE49-F238E27FC236}">
                <a16:creationId xmlns:a16="http://schemas.microsoft.com/office/drawing/2014/main" id="{D7452F9B-587D-E144-1F0E-B8DD58EDE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03" y="0"/>
            <a:ext cx="850392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0485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MAKE IT EASY TO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3. Our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5575565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What exactly are you proposing?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How does your solution solve the identified problem?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Show how the product, service, platform or concept looks.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/>
              <a:t>• What value does it create for the target user?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60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625" y="6528816"/>
            <a:ext cx="2423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6</a:t>
            </a:r>
            <a:endParaRPr dirty="0"/>
          </a:p>
        </p:txBody>
      </p:sp>
      <p:pic>
        <p:nvPicPr>
          <p:cNvPr id="14" name="Picture 13" descr="A logo for a university research and innovation summit&#10;&#10;Description automatically generated">
            <a:extLst>
              <a:ext uri="{FF2B5EF4-FFF2-40B4-BE49-F238E27FC236}">
                <a16:creationId xmlns:a16="http://schemas.microsoft.com/office/drawing/2014/main" id="{CB18DA0F-7DF4-726D-7F5B-5C0FA11B5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03" y="0"/>
            <a:ext cx="850392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7855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4. What Makes It Innovative?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6142900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is new, unique or significantly better about your approach?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How is it different from existing alternatives?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is your strongest competitive or innovation advantage?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Use a simple comparison if it helps explain the difference.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50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625" y="6528816"/>
            <a:ext cx="2423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7</a:t>
            </a:r>
            <a:endParaRPr dirty="0"/>
          </a:p>
        </p:txBody>
      </p:sp>
      <p:pic>
        <p:nvPicPr>
          <p:cNvPr id="14" name="Picture 13" descr="A logo for a university research and innovation summit&#10;&#10;Description automatically generated">
            <a:extLst>
              <a:ext uri="{FF2B5EF4-FFF2-40B4-BE49-F238E27FC236}">
                <a16:creationId xmlns:a16="http://schemas.microsoft.com/office/drawing/2014/main" id="{03C5B861-186E-EDEC-02AB-D6595F1A4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03" y="0"/>
            <a:ext cx="850392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7585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CAN THIS REALLY BE DONE?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5. How It Works &amp; Feasibility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6299289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Explain the user journey, workflow or implementation concept.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technology, resources, partners or capabilities are required?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stage are you at today?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are the next practical steps to implement or test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60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625" y="6528816"/>
            <a:ext cx="2423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8</a:t>
            </a:r>
            <a:endParaRPr dirty="0"/>
          </a:p>
        </p:txBody>
      </p:sp>
      <p:pic>
        <p:nvPicPr>
          <p:cNvPr id="14" name="Picture 13" descr="A logo for a university research and innovation summit&#10;&#10;Description automatically generated">
            <a:extLst>
              <a:ext uri="{FF2B5EF4-FFF2-40B4-BE49-F238E27FC236}">
                <a16:creationId xmlns:a16="http://schemas.microsoft.com/office/drawing/2014/main" id="{807EE01E-77A0-E151-9A05-5AC094B7C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03" y="0"/>
            <a:ext cx="850392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7983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SHOW THE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6. Impact &amp; Potential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6210354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Who benefits from your solution and how?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social and/or economic impact could it create?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How will you measure success?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is the potential to scale beyond the initial users or location?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60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625" y="6528816"/>
            <a:ext cx="2423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9</a:t>
            </a:r>
            <a:endParaRPr dirty="0"/>
          </a:p>
        </p:txBody>
      </p:sp>
      <p:pic>
        <p:nvPicPr>
          <p:cNvPr id="14" name="Picture 13" descr="A logo for a university research and innovation summit&#10;&#10;Description automatically generated">
            <a:extLst>
              <a:ext uri="{FF2B5EF4-FFF2-40B4-BE49-F238E27FC236}">
                <a16:creationId xmlns:a16="http://schemas.microsoft.com/office/drawing/2014/main" id="{B5A831C5-7381-9F65-9D56-7BC00A8F5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03" y="0"/>
            <a:ext cx="850392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9827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FINISH MEMORABLY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7. Why Us + Closing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04088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6728124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Include on this slide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Why is your team suited to take this idea forward?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is the immediate next milestone?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What support or opportunity would help you progress?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End with one strong sentence describing the future you want to create.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rial"/>
              </a:defRPr>
            </a:pPr>
            <a:r>
              <a:t>VISUAL / DATA /</a:t>
            </a:r>
            <a:br/>
            <a:r>
              <a:t>DIAGRAM /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394960"/>
            <a:ext cx="2560320" cy="685800"/>
          </a:xfrm>
          <a:prstGeom prst="roundRect">
            <a:avLst/>
          </a:prstGeom>
          <a:solidFill>
            <a:srgbClr val="FFF8E7"/>
          </a:solidFill>
          <a:ln>
            <a:solidFill>
              <a:srgbClr val="F1A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55138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2138"/>
                </a:solidFill>
                <a:latin typeface="Arial"/>
              </a:defRPr>
            </a:pPr>
            <a:r>
              <a:t>Suggested time: 40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9917" y="6528816"/>
            <a:ext cx="3000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rPr lang="en-US" dirty="0"/>
              <a:t>10</a:t>
            </a:r>
            <a:endParaRPr dirty="0"/>
          </a:p>
        </p:txBody>
      </p:sp>
      <p:pic>
        <p:nvPicPr>
          <p:cNvPr id="14" name="Picture 13" descr="A logo for a university research and innovation summit&#10;&#10;Description automatically generated">
            <a:extLst>
              <a:ext uri="{FF2B5EF4-FFF2-40B4-BE49-F238E27FC236}">
                <a16:creationId xmlns:a16="http://schemas.microsoft.com/office/drawing/2014/main" id="{710F3032-A4F1-85C4-C114-F00E51D41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03" y="0"/>
            <a:ext cx="850392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22389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69AA"/>
                </a:solidFill>
                <a:latin typeface="Arial"/>
              </a:defRPr>
            </a:pPr>
            <a:r>
              <a:rPr sz="1400" dirty="0"/>
              <a:t>BEFORE SUBMITTING YOUR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2138"/>
                </a:solidFill>
                <a:latin typeface="Arial"/>
              </a:defRPr>
            </a:pPr>
            <a:r>
              <a:t>Final Submission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17352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7455759" cy="26750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138"/>
                </a:solidFill>
                <a:latin typeface="Arial"/>
              </a:defRPr>
            </a:pPr>
            <a:r>
              <a:rPr dirty="0"/>
              <a:t>Check that your team has: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Used all 7 required core slides and retained the required structure.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Clearly addressed Innovation, Feasibility and Social / Economic Impact.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Supported important claims with evidence, data or validation where available.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Removed all template instructions and placeholder text.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Checked spelling, names, numbers and sources.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Prepared the presentation to finish within 6 minutes.</a:t>
            </a:r>
          </a:p>
          <a:p>
            <a:pPr>
              <a:spcBef>
                <a:spcPts val="700"/>
              </a:spcBef>
              <a:defRPr sz="1200">
                <a:solidFill>
                  <a:srgbClr val="191D22"/>
                </a:solidFill>
                <a:latin typeface="Arial"/>
              </a:defRPr>
            </a:pPr>
            <a:r>
              <a:rPr sz="1600" dirty="0"/>
              <a:t>• Submitted the final pitch deck by the deadline communicated by the </a:t>
            </a:r>
            <a:r>
              <a:rPr sz="1600" dirty="0" err="1"/>
              <a:t>Organiser</a:t>
            </a:r>
            <a:r>
              <a:rPr sz="16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817352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rial"/>
              </a:defRPr>
            </a:pPr>
            <a:r>
              <a:t>URIIS Student Biz Innov Challenge 2026 | Final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10" name="Picture 9" descr="A logo for a university research and innovation summit&#10;&#10;Description automatically generated">
            <a:extLst>
              <a:ext uri="{FF2B5EF4-FFF2-40B4-BE49-F238E27FC236}">
                <a16:creationId xmlns:a16="http://schemas.microsoft.com/office/drawing/2014/main" id="{7D947E70-420E-E269-5613-726177233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03" y="0"/>
            <a:ext cx="850392" cy="8503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880</Words>
  <Application>Microsoft Office PowerPoint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Susilan Kesavan</cp:lastModifiedBy>
  <cp:revision>3</cp:revision>
  <dcterms:created xsi:type="dcterms:W3CDTF">2013-01-27T09:14:16Z</dcterms:created>
  <dcterms:modified xsi:type="dcterms:W3CDTF">2026-09-04T10:47:10Z</dcterms:modified>
  <cp:category/>
</cp:coreProperties>
</file>